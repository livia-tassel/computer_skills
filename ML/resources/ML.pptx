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8" r:id="rId4"/>
    <p:sldId id="257" r:id="rId5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6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091690" y="658495"/>
            <a:ext cx="8618855" cy="5395595"/>
          </a:xfrm>
          <a:prstGeom prst="roundRect">
            <a:avLst/>
          </a:prstGeom>
          <a:noFill/>
          <a:ln w="31750" cap="flat" cmpd="sng">
            <a:solidFill>
              <a:schemeClr val="accent1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燕尾形箭头 4"/>
          <p:cNvSpPr/>
          <p:nvPr/>
        </p:nvSpPr>
        <p:spPr>
          <a:xfrm>
            <a:off x="1056005" y="3247390"/>
            <a:ext cx="2009775" cy="218440"/>
          </a:xfrm>
          <a:prstGeom prst="notchedRightArrow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65780" y="814705"/>
            <a:ext cx="922020" cy="5066665"/>
          </a:xfrm>
          <a:prstGeom prst="roundRect">
            <a:avLst/>
          </a:prstGeom>
          <a:noFill/>
          <a:ln w="31750" cap="flat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439920" y="836930"/>
            <a:ext cx="922020" cy="5066665"/>
          </a:xfrm>
          <a:prstGeom prst="roundRect">
            <a:avLst/>
          </a:prstGeom>
          <a:noFill/>
          <a:ln w="31750" cap="flat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442325" y="836930"/>
            <a:ext cx="922020" cy="5066665"/>
          </a:xfrm>
          <a:prstGeom prst="roundRect">
            <a:avLst/>
          </a:prstGeom>
          <a:noFill/>
          <a:ln w="31750" cap="flat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818505" y="836930"/>
            <a:ext cx="922020" cy="5066665"/>
          </a:xfrm>
          <a:prstGeom prst="roundRect">
            <a:avLst/>
          </a:prstGeom>
          <a:noFill/>
          <a:ln w="31750" cap="flat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燕尾形箭头 9"/>
          <p:cNvSpPr/>
          <p:nvPr/>
        </p:nvSpPr>
        <p:spPr>
          <a:xfrm>
            <a:off x="9336405" y="3247390"/>
            <a:ext cx="2009775" cy="218440"/>
          </a:xfrm>
          <a:prstGeom prst="notchedRightArrow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燕尾形箭头 10"/>
          <p:cNvSpPr/>
          <p:nvPr/>
        </p:nvSpPr>
        <p:spPr>
          <a:xfrm>
            <a:off x="3987165" y="3247390"/>
            <a:ext cx="452755" cy="218440"/>
          </a:xfrm>
          <a:prstGeom prst="notched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燕尾形箭头 11"/>
          <p:cNvSpPr/>
          <p:nvPr/>
        </p:nvSpPr>
        <p:spPr>
          <a:xfrm>
            <a:off x="5363845" y="3247390"/>
            <a:ext cx="452755" cy="218440"/>
          </a:xfrm>
          <a:prstGeom prst="notched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410450" y="318643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cs typeface="宋体" charset="0"/>
              </a:rPr>
              <a:t>…</a:t>
            </a:r>
            <a:endParaRPr lang="zh-CN" altLang="en-US">
              <a:cs typeface="宋体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1616075"/>
            <a:ext cx="5135880" cy="3941445"/>
          </a:xfrm>
          <a:prstGeom prst="rect">
            <a:avLst/>
          </a:prstGeom>
        </p:spPr>
      </p:pic>
      <p:pic>
        <p:nvPicPr>
          <p:cNvPr id="4" name="图片 3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265" y="332105"/>
            <a:ext cx="5151755" cy="3941445"/>
          </a:xfrm>
          <a:prstGeom prst="rect">
            <a:avLst/>
          </a:prstGeom>
        </p:spPr>
      </p:pic>
      <p:pic>
        <p:nvPicPr>
          <p:cNvPr id="6" name="图片 5" descr="3"/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6692265" y="332105"/>
            <a:ext cx="5156200" cy="3941445"/>
          </a:xfrm>
          <a:prstGeom prst="rect">
            <a:avLst/>
          </a:prstGeom>
        </p:spPr>
      </p:pic>
      <p:pic>
        <p:nvPicPr>
          <p:cNvPr id="7" name="图片 6" descr="5"/>
          <p:cNvPicPr>
            <a:picLocks noChangeAspect="1"/>
          </p:cNvPicPr>
          <p:nvPr/>
        </p:nvPicPr>
        <p:blipFill>
          <a:blip r:embed="rId4">
            <a:alphaModFix amt="61000"/>
          </a:blip>
          <a:stretch>
            <a:fillRect/>
          </a:stretch>
        </p:blipFill>
        <p:spPr>
          <a:xfrm>
            <a:off x="869315" y="1616075"/>
            <a:ext cx="5151120" cy="394144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8428990" y="1616075"/>
            <a:ext cx="269875" cy="73025"/>
          </a:xfrm>
          <a:prstGeom prst="straightConnector1">
            <a:avLst/>
          </a:prstGeom>
          <a:ln w="19050" cap="flat" cmpd="sng">
            <a:solidFill>
              <a:schemeClr val="accent6"/>
            </a:solidFill>
            <a:prstDash val="solid"/>
            <a:miter lim="800000"/>
            <a:headEnd type="none"/>
            <a:tailEnd type="arrow" w="med" len="med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9438005" y="2779395"/>
            <a:ext cx="161925" cy="74295"/>
          </a:xfrm>
          <a:prstGeom prst="straightConnector1">
            <a:avLst/>
          </a:prstGeom>
          <a:ln w="19050" cap="flat" cmpd="sng">
            <a:solidFill>
              <a:schemeClr val="accent1"/>
            </a:solidFill>
            <a:prstDash val="solid"/>
            <a:miter lim="800000"/>
            <a:headEnd type="none"/>
            <a:tailEnd type="arrow" w="med" len="med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3656965" y="2630805"/>
            <a:ext cx="372110" cy="74930"/>
          </a:xfrm>
          <a:prstGeom prst="straightConnector1">
            <a:avLst/>
          </a:prstGeom>
          <a:ln w="19050" cap="flat" cmpd="sng">
            <a:solidFill>
              <a:schemeClr val="accent6"/>
            </a:solidFill>
            <a:prstDash val="solid"/>
            <a:miter lim="800000"/>
            <a:headEnd type="none"/>
            <a:tailEnd type="arrow" w="med" len="med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2555875" y="4310380"/>
            <a:ext cx="328295" cy="111125"/>
          </a:xfrm>
          <a:prstGeom prst="straightConnector1">
            <a:avLst/>
          </a:prstGeom>
          <a:ln w="19050" cap="flat" cmpd="sng">
            <a:solidFill>
              <a:schemeClr val="accent1"/>
            </a:solidFill>
            <a:prstDash val="solid"/>
            <a:miter lim="800000"/>
            <a:headEnd type="none"/>
            <a:tailEnd type="arrow" w="med" len="med"/>
          </a:ln>
          <a:effectLst>
            <a:softEdge rad="12700"/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45"/>
          <p:cNvSpPr/>
          <p:nvPr>
            <p:custDataLst>
              <p:tags r:id="rId1"/>
            </p:custDataLst>
          </p:nvPr>
        </p:nvSpPr>
        <p:spPr>
          <a:xfrm rot="20825450">
            <a:off x="4835843" y="2930525"/>
            <a:ext cx="3208517" cy="935235"/>
          </a:xfrm>
          <a:prstGeom prst="ellipse">
            <a:avLst/>
          </a:prstGeom>
          <a:gradFill flip="none" rotWithShape="1">
            <a:gsLst>
              <a:gs pos="0">
                <a:srgbClr val="FF7429">
                  <a:lumMod val="60000"/>
                  <a:lumOff val="40000"/>
                  <a:alpha val="40000"/>
                </a:srgbClr>
              </a:gs>
              <a:gs pos="100000">
                <a:srgbClr val="FF7429">
                  <a:lumMod val="60000"/>
                  <a:lumOff val="40000"/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微软雅黑" charset="-122"/>
              <a:ea typeface="微软雅黑" charset="0"/>
              <a:sym typeface="微软雅黑 Light" panose="020B0502040204020203" pitchFamily="34" charset="-122"/>
            </a:endParaRPr>
          </a:p>
        </p:txBody>
      </p:sp>
      <p:sp>
        <p:nvSpPr>
          <p:cNvPr id="11" name="椭圆 33"/>
          <p:cNvSpPr/>
          <p:nvPr>
            <p:custDataLst>
              <p:tags r:id="rId2"/>
            </p:custDataLst>
          </p:nvPr>
        </p:nvSpPr>
        <p:spPr>
          <a:xfrm rot="20825450">
            <a:off x="3784918" y="2539365"/>
            <a:ext cx="5310407" cy="1717638"/>
          </a:xfrm>
          <a:prstGeom prst="ellipse">
            <a:avLst/>
          </a:prstGeom>
          <a:noFill/>
          <a:ln w="28575">
            <a:gradFill>
              <a:gsLst>
                <a:gs pos="43800">
                  <a:srgbClr val="FF7429">
                    <a:alpha val="70000"/>
                  </a:srgbClr>
                </a:gs>
                <a:gs pos="0">
                  <a:srgbClr val="FF7429">
                    <a:alpha val="0"/>
                  </a:srgbClr>
                </a:gs>
                <a:gs pos="100000">
                  <a:srgbClr val="FF7429"/>
                </a:gs>
              </a:gsLst>
              <a:lin ang="4800000" scaled="0"/>
            </a:gradFill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微软雅黑" charset="-122"/>
              <a:ea typeface="微软雅黑" charset="0"/>
              <a:sym typeface="微软雅黑 Light" panose="020B0502040204020203" pitchFamily="34" charset="-122"/>
            </a:endParaRPr>
          </a:p>
        </p:txBody>
      </p:sp>
      <p:sp>
        <p:nvSpPr>
          <p:cNvPr id="12" name="直接连接符 12"/>
          <p:cNvSpPr/>
          <p:nvPr>
            <p:custDataLst>
              <p:tags r:id="rId3"/>
            </p:custDataLst>
          </p:nvPr>
        </p:nvSpPr>
        <p:spPr>
          <a:xfrm rot="20825450">
            <a:off x="4416108" y="2807970"/>
            <a:ext cx="4047490" cy="1179830"/>
          </a:xfrm>
          <a:prstGeom prst="arc">
            <a:avLst>
              <a:gd name="adj1" fmla="val 20527655"/>
              <a:gd name="adj2" fmla="val 873588"/>
            </a:avLst>
          </a:prstGeom>
          <a:noFill/>
          <a:ln cap="rnd">
            <a:gradFill flip="none" rotWithShape="1">
              <a:gsLst>
                <a:gs pos="0">
                  <a:srgbClr val="FF7429">
                    <a:alpha val="0"/>
                  </a:srgbClr>
                </a:gs>
                <a:gs pos="100000">
                  <a:srgbClr val="FF7429"/>
                </a:gs>
              </a:gsLst>
              <a:lin ang="5400000" scaled="1"/>
              <a:tileRect/>
            </a:gradFill>
            <a:headEnd type="none"/>
            <a:tailEnd type="arrow"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微软雅黑" charset="-122"/>
              <a:ea typeface="微软雅黑" charset="0"/>
              <a:sym typeface="微软雅黑 Light" panose="020B0502040204020203" pitchFamily="34" charset="-122"/>
            </a:endParaRPr>
          </a:p>
        </p:txBody>
      </p:sp>
      <p:sp>
        <p:nvSpPr>
          <p:cNvPr id="13" name="椭圆 1"/>
          <p:cNvSpPr/>
          <p:nvPr>
            <p:custDataLst>
              <p:tags r:id="rId4"/>
            </p:custDataLst>
          </p:nvPr>
        </p:nvSpPr>
        <p:spPr>
          <a:xfrm rot="20825450">
            <a:off x="4154488" y="2731770"/>
            <a:ext cx="4570917" cy="1332356"/>
          </a:xfrm>
          <a:prstGeom prst="arc">
            <a:avLst>
              <a:gd name="adj1" fmla="val 8633663"/>
              <a:gd name="adj2" fmla="val 11984035"/>
            </a:avLst>
          </a:prstGeom>
          <a:noFill/>
          <a:ln w="6350">
            <a:gradFill flip="none" rotWithShape="1">
              <a:gsLst>
                <a:gs pos="0">
                  <a:srgbClr val="FF7429"/>
                </a:gs>
                <a:gs pos="46600">
                  <a:srgbClr val="FF7429">
                    <a:alpha val="28000"/>
                  </a:srgbClr>
                </a:gs>
                <a:gs pos="100000">
                  <a:srgbClr val="FF7429">
                    <a:alpha val="0"/>
                  </a:srgbClr>
                </a:gs>
              </a:gsLst>
              <a:lin ang="5400000" scaled="1"/>
              <a:tileRect/>
            </a:gradFill>
            <a:headEnd type="none"/>
            <a:tailEnd type="arrow"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微软雅黑" charset="-122"/>
              <a:ea typeface="微软雅黑" charset="0"/>
              <a:sym typeface="微软雅黑 Light" panose="020B0502040204020203" pitchFamily="34" charset="-122"/>
            </a:endParaRPr>
          </a:p>
        </p:txBody>
      </p:sp>
      <p:sp>
        <p:nvSpPr>
          <p:cNvPr id="3" name="椭圆 2"/>
          <p:cNvSpPr/>
          <p:nvPr>
            <p:custDataLst>
              <p:tags r:id="rId5"/>
            </p:custDataLst>
          </p:nvPr>
        </p:nvSpPr>
        <p:spPr bwMode="auto">
          <a:xfrm>
            <a:off x="6897053" y="3896360"/>
            <a:ext cx="436567" cy="436567"/>
          </a:xfrm>
          <a:prstGeom prst="ellipse">
            <a:avLst/>
          </a:prstGeom>
          <a:solidFill>
            <a:srgbClr val="FF7429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p>
            <a:pPr algn="ctr"/>
            <a:endParaRPr lang="zh-CN" altLang="en-US" dirty="0">
              <a:solidFill>
                <a:srgbClr val="000000"/>
              </a:solidFill>
              <a:latin typeface="Arial" panose="020B0604020202090204" pitchFamily="34" charset="0"/>
              <a:ea typeface="微软雅黑" charset="0"/>
              <a:cs typeface="微软雅黑" charset="-122"/>
            </a:endParaRPr>
          </a:p>
        </p:txBody>
      </p:sp>
      <p:sp>
        <p:nvSpPr>
          <p:cNvPr id="4" name="Oval 41"/>
          <p:cNvSpPr/>
          <p:nvPr>
            <p:custDataLst>
              <p:tags r:id="rId6"/>
            </p:custDataLst>
          </p:nvPr>
        </p:nvSpPr>
        <p:spPr>
          <a:xfrm>
            <a:off x="7017703" y="4017010"/>
            <a:ext cx="195299" cy="195005"/>
          </a:xfrm>
          <a:custGeom>
            <a:avLst/>
            <a:gdLst>
              <a:gd name="connsiteX0" fmla="*/ 241805 w 609191"/>
              <a:gd name="connsiteY0" fmla="*/ 126251 h 608274"/>
              <a:gd name="connsiteX1" fmla="*/ 37679 w 609191"/>
              <a:gd name="connsiteY1" fmla="*/ 348029 h 608274"/>
              <a:gd name="connsiteX2" fmla="*/ 260645 w 609191"/>
              <a:gd name="connsiteY2" fmla="*/ 570653 h 608274"/>
              <a:gd name="connsiteX3" fmla="*/ 482764 w 609191"/>
              <a:gd name="connsiteY3" fmla="*/ 366839 h 608274"/>
              <a:gd name="connsiteX4" fmla="*/ 373117 w 609191"/>
              <a:gd name="connsiteY4" fmla="*/ 366839 h 608274"/>
              <a:gd name="connsiteX5" fmla="*/ 260645 w 609191"/>
              <a:gd name="connsiteY5" fmla="*/ 461927 h 608274"/>
              <a:gd name="connsiteX6" fmla="*/ 146571 w 609191"/>
              <a:gd name="connsiteY6" fmla="*/ 348029 h 608274"/>
              <a:gd name="connsiteX7" fmla="*/ 241805 w 609191"/>
              <a:gd name="connsiteY7" fmla="*/ 235635 h 608274"/>
              <a:gd name="connsiteX8" fmla="*/ 260645 w 609191"/>
              <a:gd name="connsiteY8" fmla="*/ 87783 h 608274"/>
              <a:gd name="connsiteX9" fmla="*/ 279484 w 609191"/>
              <a:gd name="connsiteY9" fmla="*/ 87783 h 608274"/>
              <a:gd name="connsiteX10" fmla="*/ 279484 w 609191"/>
              <a:gd name="connsiteY10" fmla="*/ 271752 h 608274"/>
              <a:gd name="connsiteX11" fmla="*/ 260645 w 609191"/>
              <a:gd name="connsiteY11" fmla="*/ 271752 h 608274"/>
              <a:gd name="connsiteX12" fmla="*/ 184251 w 609191"/>
              <a:gd name="connsiteY12" fmla="*/ 348029 h 608274"/>
              <a:gd name="connsiteX13" fmla="*/ 260645 w 609191"/>
              <a:gd name="connsiteY13" fmla="*/ 424306 h 608274"/>
              <a:gd name="connsiteX14" fmla="*/ 337040 w 609191"/>
              <a:gd name="connsiteY14" fmla="*/ 348029 h 608274"/>
              <a:gd name="connsiteX15" fmla="*/ 337040 w 609191"/>
              <a:gd name="connsiteY15" fmla="*/ 329218 h 608274"/>
              <a:gd name="connsiteX16" fmla="*/ 521196 w 609191"/>
              <a:gd name="connsiteY16" fmla="*/ 329218 h 608274"/>
              <a:gd name="connsiteX17" fmla="*/ 521196 w 609191"/>
              <a:gd name="connsiteY17" fmla="*/ 348029 h 608274"/>
              <a:gd name="connsiteX18" fmla="*/ 260645 w 609191"/>
              <a:gd name="connsiteY18" fmla="*/ 608274 h 608274"/>
              <a:gd name="connsiteX19" fmla="*/ 0 w 609191"/>
              <a:gd name="connsiteY19" fmla="*/ 348029 h 608274"/>
              <a:gd name="connsiteX20" fmla="*/ 260645 w 609191"/>
              <a:gd name="connsiteY20" fmla="*/ 87783 h 608274"/>
              <a:gd name="connsiteX21" fmla="*/ 367364 w 609191"/>
              <a:gd name="connsiteY21" fmla="*/ 38378 h 608274"/>
              <a:gd name="connsiteX22" fmla="*/ 367364 w 609191"/>
              <a:gd name="connsiteY22" fmla="*/ 147868 h 608274"/>
              <a:gd name="connsiteX23" fmla="*/ 461099 w 609191"/>
              <a:gd name="connsiteY23" fmla="*/ 241461 h 608274"/>
              <a:gd name="connsiteX24" fmla="*/ 570661 w 609191"/>
              <a:gd name="connsiteY24" fmla="*/ 241461 h 608274"/>
              <a:gd name="connsiteX25" fmla="*/ 367364 w 609191"/>
              <a:gd name="connsiteY25" fmla="*/ 38378 h 608274"/>
              <a:gd name="connsiteX26" fmla="*/ 329681 w 609191"/>
              <a:gd name="connsiteY26" fmla="*/ 0 h 608274"/>
              <a:gd name="connsiteX27" fmla="*/ 348523 w 609191"/>
              <a:gd name="connsiteY27" fmla="*/ 0 h 608274"/>
              <a:gd name="connsiteX28" fmla="*/ 609191 w 609191"/>
              <a:gd name="connsiteY28" fmla="*/ 260274 h 608274"/>
              <a:gd name="connsiteX29" fmla="*/ 609191 w 609191"/>
              <a:gd name="connsiteY29" fmla="*/ 279086 h 608274"/>
              <a:gd name="connsiteX30" fmla="*/ 424924 w 609191"/>
              <a:gd name="connsiteY30" fmla="*/ 279086 h 608274"/>
              <a:gd name="connsiteX31" fmla="*/ 424924 w 609191"/>
              <a:gd name="connsiteY31" fmla="*/ 260274 h 608274"/>
              <a:gd name="connsiteX32" fmla="*/ 348523 w 609191"/>
              <a:gd name="connsiteY32" fmla="*/ 183988 h 608274"/>
              <a:gd name="connsiteX33" fmla="*/ 329681 w 609191"/>
              <a:gd name="connsiteY33" fmla="*/ 183988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9191" h="608274">
                <a:moveTo>
                  <a:pt x="241805" y="126251"/>
                </a:moveTo>
                <a:cubicBezTo>
                  <a:pt x="127638" y="135844"/>
                  <a:pt x="37679" y="231591"/>
                  <a:pt x="37679" y="348029"/>
                </a:cubicBezTo>
                <a:cubicBezTo>
                  <a:pt x="37679" y="470768"/>
                  <a:pt x="137717" y="570653"/>
                  <a:pt x="260645" y="570653"/>
                </a:cubicBezTo>
                <a:cubicBezTo>
                  <a:pt x="377168" y="570653"/>
                  <a:pt x="473155" y="480832"/>
                  <a:pt x="482764" y="366839"/>
                </a:cubicBezTo>
                <a:lnTo>
                  <a:pt x="373117" y="366839"/>
                </a:lnTo>
                <a:cubicBezTo>
                  <a:pt x="364169" y="420732"/>
                  <a:pt x="317069" y="461927"/>
                  <a:pt x="260645" y="461927"/>
                </a:cubicBezTo>
                <a:cubicBezTo>
                  <a:pt x="197721" y="461927"/>
                  <a:pt x="146571" y="410856"/>
                  <a:pt x="146571" y="348029"/>
                </a:cubicBezTo>
                <a:cubicBezTo>
                  <a:pt x="146571" y="291597"/>
                  <a:pt x="187830" y="244664"/>
                  <a:pt x="241805" y="235635"/>
                </a:cubicBezTo>
                <a:close/>
                <a:moveTo>
                  <a:pt x="260645" y="87783"/>
                </a:moveTo>
                <a:lnTo>
                  <a:pt x="279484" y="87783"/>
                </a:lnTo>
                <a:lnTo>
                  <a:pt x="279484" y="271752"/>
                </a:lnTo>
                <a:lnTo>
                  <a:pt x="260645" y="271752"/>
                </a:lnTo>
                <a:cubicBezTo>
                  <a:pt x="218444" y="271752"/>
                  <a:pt x="184251" y="305987"/>
                  <a:pt x="184251" y="348029"/>
                </a:cubicBezTo>
                <a:cubicBezTo>
                  <a:pt x="184251" y="390071"/>
                  <a:pt x="218444" y="424306"/>
                  <a:pt x="260645" y="424306"/>
                </a:cubicBezTo>
                <a:cubicBezTo>
                  <a:pt x="302751" y="424306"/>
                  <a:pt x="337040" y="390071"/>
                  <a:pt x="337040" y="348029"/>
                </a:cubicBezTo>
                <a:lnTo>
                  <a:pt x="337040" y="329218"/>
                </a:lnTo>
                <a:lnTo>
                  <a:pt x="521196" y="329218"/>
                </a:lnTo>
                <a:lnTo>
                  <a:pt x="521196" y="348029"/>
                </a:lnTo>
                <a:cubicBezTo>
                  <a:pt x="521196" y="491554"/>
                  <a:pt x="404297" y="608274"/>
                  <a:pt x="260645" y="608274"/>
                </a:cubicBezTo>
                <a:cubicBezTo>
                  <a:pt x="116899" y="608274"/>
                  <a:pt x="0" y="491554"/>
                  <a:pt x="0" y="348029"/>
                </a:cubicBezTo>
                <a:cubicBezTo>
                  <a:pt x="0" y="204503"/>
                  <a:pt x="116899" y="87783"/>
                  <a:pt x="260645" y="87783"/>
                </a:cubicBezTo>
                <a:close/>
                <a:moveTo>
                  <a:pt x="367364" y="38378"/>
                </a:moveTo>
                <a:lnTo>
                  <a:pt x="367364" y="147868"/>
                </a:lnTo>
                <a:cubicBezTo>
                  <a:pt x="415221" y="155863"/>
                  <a:pt x="453091" y="193677"/>
                  <a:pt x="461099" y="241461"/>
                </a:cubicBezTo>
                <a:lnTo>
                  <a:pt x="570661" y="241461"/>
                </a:lnTo>
                <a:cubicBezTo>
                  <a:pt x="561617" y="133664"/>
                  <a:pt x="475324" y="47502"/>
                  <a:pt x="367364" y="38378"/>
                </a:cubicBezTo>
                <a:close/>
                <a:moveTo>
                  <a:pt x="329681" y="0"/>
                </a:moveTo>
                <a:lnTo>
                  <a:pt x="348523" y="0"/>
                </a:lnTo>
                <a:cubicBezTo>
                  <a:pt x="492281" y="0"/>
                  <a:pt x="609191" y="116733"/>
                  <a:pt x="609191" y="260274"/>
                </a:cubicBezTo>
                <a:lnTo>
                  <a:pt x="609191" y="279086"/>
                </a:lnTo>
                <a:lnTo>
                  <a:pt x="424924" y="279086"/>
                </a:lnTo>
                <a:lnTo>
                  <a:pt x="424924" y="260274"/>
                </a:lnTo>
                <a:cubicBezTo>
                  <a:pt x="424924" y="218133"/>
                  <a:pt x="390633" y="183988"/>
                  <a:pt x="348523" y="183988"/>
                </a:cubicBezTo>
                <a:lnTo>
                  <a:pt x="329681" y="183988"/>
                </a:ln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</a:endParaRPr>
          </a:p>
        </p:txBody>
      </p:sp>
      <p:sp>
        <p:nvSpPr>
          <p:cNvPr id="5" name="椭圆 4"/>
          <p:cNvSpPr/>
          <p:nvPr>
            <p:custDataLst>
              <p:tags r:id="rId7"/>
            </p:custDataLst>
          </p:nvPr>
        </p:nvSpPr>
        <p:spPr bwMode="auto">
          <a:xfrm>
            <a:off x="3679508" y="3841115"/>
            <a:ext cx="436567" cy="436567"/>
          </a:xfrm>
          <a:prstGeom prst="ellipse">
            <a:avLst/>
          </a:prstGeom>
          <a:solidFill>
            <a:srgbClr val="FF7429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p>
            <a:pPr algn="ctr"/>
            <a:endParaRPr lang="zh-CN" altLang="en-US">
              <a:solidFill>
                <a:srgbClr val="000000"/>
              </a:solidFill>
              <a:latin typeface="Arial" panose="020B0604020202090204" pitchFamily="34" charset="0"/>
              <a:ea typeface="微软雅黑" charset="0"/>
              <a:cs typeface="微软雅黑" charset="-122"/>
            </a:endParaRPr>
          </a:p>
        </p:txBody>
      </p:sp>
      <p:sp>
        <p:nvSpPr>
          <p:cNvPr id="6" name="Oval 42"/>
          <p:cNvSpPr/>
          <p:nvPr>
            <p:custDataLst>
              <p:tags r:id="rId8"/>
            </p:custDataLst>
          </p:nvPr>
        </p:nvSpPr>
        <p:spPr>
          <a:xfrm>
            <a:off x="3800158" y="3964940"/>
            <a:ext cx="195299" cy="188773"/>
          </a:xfrm>
          <a:custGeom>
            <a:avLst/>
            <a:gdLst>
              <a:gd name="T0" fmla="*/ 8000 w 9600"/>
              <a:gd name="T1" fmla="*/ 960 h 9280"/>
              <a:gd name="T2" fmla="*/ 7360 w 9600"/>
              <a:gd name="T3" fmla="*/ 960 h 9280"/>
              <a:gd name="T4" fmla="*/ 7360 w 9600"/>
              <a:gd name="T5" fmla="*/ 320 h 9280"/>
              <a:gd name="T6" fmla="*/ 7040 w 9600"/>
              <a:gd name="T7" fmla="*/ 0 h 9280"/>
              <a:gd name="T8" fmla="*/ 6720 w 9600"/>
              <a:gd name="T9" fmla="*/ 320 h 9280"/>
              <a:gd name="T10" fmla="*/ 6720 w 9600"/>
              <a:gd name="T11" fmla="*/ 960 h 9280"/>
              <a:gd name="T12" fmla="*/ 2880 w 9600"/>
              <a:gd name="T13" fmla="*/ 960 h 9280"/>
              <a:gd name="T14" fmla="*/ 2880 w 9600"/>
              <a:gd name="T15" fmla="*/ 320 h 9280"/>
              <a:gd name="T16" fmla="*/ 2560 w 9600"/>
              <a:gd name="T17" fmla="*/ 0 h 9280"/>
              <a:gd name="T18" fmla="*/ 2240 w 9600"/>
              <a:gd name="T19" fmla="*/ 320 h 9280"/>
              <a:gd name="T20" fmla="*/ 2240 w 9600"/>
              <a:gd name="T21" fmla="*/ 960 h 9280"/>
              <a:gd name="T22" fmla="*/ 1600 w 9600"/>
              <a:gd name="T23" fmla="*/ 960 h 9280"/>
              <a:gd name="T24" fmla="*/ 0 w 9600"/>
              <a:gd name="T25" fmla="*/ 2560 h 9280"/>
              <a:gd name="T26" fmla="*/ 0 w 9600"/>
              <a:gd name="T27" fmla="*/ 7680 h 9280"/>
              <a:gd name="T28" fmla="*/ 1600 w 9600"/>
              <a:gd name="T29" fmla="*/ 9280 h 9280"/>
              <a:gd name="T30" fmla="*/ 8000 w 9600"/>
              <a:gd name="T31" fmla="*/ 9280 h 9280"/>
              <a:gd name="T32" fmla="*/ 9600 w 9600"/>
              <a:gd name="T33" fmla="*/ 7680 h 9280"/>
              <a:gd name="T34" fmla="*/ 9600 w 9600"/>
              <a:gd name="T35" fmla="*/ 2560 h 9280"/>
              <a:gd name="T36" fmla="*/ 8000 w 9600"/>
              <a:gd name="T37" fmla="*/ 960 h 9280"/>
              <a:gd name="T38" fmla="*/ 640 w 9600"/>
              <a:gd name="T39" fmla="*/ 2560 h 9280"/>
              <a:gd name="T40" fmla="*/ 1600 w 9600"/>
              <a:gd name="T41" fmla="*/ 1600 h 9280"/>
              <a:gd name="T42" fmla="*/ 2240 w 9600"/>
              <a:gd name="T43" fmla="*/ 1600 h 9280"/>
              <a:gd name="T44" fmla="*/ 2240 w 9600"/>
              <a:gd name="T45" fmla="*/ 3520 h 9280"/>
              <a:gd name="T46" fmla="*/ 2560 w 9600"/>
              <a:gd name="T47" fmla="*/ 3840 h 9280"/>
              <a:gd name="T48" fmla="*/ 2880 w 9600"/>
              <a:gd name="T49" fmla="*/ 3520 h 9280"/>
              <a:gd name="T50" fmla="*/ 2880 w 9600"/>
              <a:gd name="T51" fmla="*/ 1600 h 9280"/>
              <a:gd name="T52" fmla="*/ 6720 w 9600"/>
              <a:gd name="T53" fmla="*/ 1600 h 9280"/>
              <a:gd name="T54" fmla="*/ 6720 w 9600"/>
              <a:gd name="T55" fmla="*/ 3520 h 9280"/>
              <a:gd name="T56" fmla="*/ 7040 w 9600"/>
              <a:gd name="T57" fmla="*/ 3840 h 9280"/>
              <a:gd name="T58" fmla="*/ 7360 w 9600"/>
              <a:gd name="T59" fmla="*/ 3520 h 9280"/>
              <a:gd name="T60" fmla="*/ 7360 w 9600"/>
              <a:gd name="T61" fmla="*/ 1600 h 9280"/>
              <a:gd name="T62" fmla="*/ 8000 w 9600"/>
              <a:gd name="T63" fmla="*/ 1600 h 9280"/>
              <a:gd name="T64" fmla="*/ 8960 w 9600"/>
              <a:gd name="T65" fmla="*/ 2560 h 9280"/>
              <a:gd name="T66" fmla="*/ 8960 w 9600"/>
              <a:gd name="T67" fmla="*/ 4480 h 9280"/>
              <a:gd name="T68" fmla="*/ 640 w 9600"/>
              <a:gd name="T69" fmla="*/ 4480 h 9280"/>
              <a:gd name="T70" fmla="*/ 640 w 9600"/>
              <a:gd name="T71" fmla="*/ 2560 h 9280"/>
              <a:gd name="T72" fmla="*/ 8960 w 9600"/>
              <a:gd name="T73" fmla="*/ 7680 h 9280"/>
              <a:gd name="T74" fmla="*/ 8000 w 9600"/>
              <a:gd name="T75" fmla="*/ 8640 h 9280"/>
              <a:gd name="T76" fmla="*/ 1600 w 9600"/>
              <a:gd name="T77" fmla="*/ 8640 h 9280"/>
              <a:gd name="T78" fmla="*/ 640 w 9600"/>
              <a:gd name="T79" fmla="*/ 7680 h 9280"/>
              <a:gd name="T80" fmla="*/ 640 w 9600"/>
              <a:gd name="T81" fmla="*/ 5120 h 9280"/>
              <a:gd name="T82" fmla="*/ 8960 w 9600"/>
              <a:gd name="T83" fmla="*/ 5120 h 9280"/>
              <a:gd name="T84" fmla="*/ 8960 w 9600"/>
              <a:gd name="T85" fmla="*/ 7680 h 9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600" h="9280">
                <a:moveTo>
                  <a:pt x="8000" y="960"/>
                </a:moveTo>
                <a:lnTo>
                  <a:pt x="7360" y="960"/>
                </a:lnTo>
                <a:lnTo>
                  <a:pt x="7360" y="320"/>
                </a:lnTo>
                <a:cubicBezTo>
                  <a:pt x="7360" y="144"/>
                  <a:pt x="7217" y="0"/>
                  <a:pt x="7040" y="0"/>
                </a:cubicBezTo>
                <a:cubicBezTo>
                  <a:pt x="6863" y="0"/>
                  <a:pt x="6720" y="144"/>
                  <a:pt x="6720" y="320"/>
                </a:cubicBezTo>
                <a:lnTo>
                  <a:pt x="6720" y="960"/>
                </a:lnTo>
                <a:lnTo>
                  <a:pt x="2880" y="960"/>
                </a:lnTo>
                <a:lnTo>
                  <a:pt x="2880" y="320"/>
                </a:lnTo>
                <a:cubicBezTo>
                  <a:pt x="2880" y="144"/>
                  <a:pt x="2737" y="0"/>
                  <a:pt x="2560" y="0"/>
                </a:cubicBezTo>
                <a:cubicBezTo>
                  <a:pt x="2383" y="0"/>
                  <a:pt x="2240" y="144"/>
                  <a:pt x="2240" y="320"/>
                </a:cubicBezTo>
                <a:lnTo>
                  <a:pt x="2240" y="960"/>
                </a:lnTo>
                <a:lnTo>
                  <a:pt x="1600" y="960"/>
                </a:lnTo>
                <a:cubicBezTo>
                  <a:pt x="716" y="960"/>
                  <a:pt x="0" y="1677"/>
                  <a:pt x="0" y="2560"/>
                </a:cubicBezTo>
                <a:lnTo>
                  <a:pt x="0" y="7680"/>
                </a:lnTo>
                <a:cubicBezTo>
                  <a:pt x="0" y="8564"/>
                  <a:pt x="716" y="9280"/>
                  <a:pt x="1600" y="9280"/>
                </a:cubicBezTo>
                <a:lnTo>
                  <a:pt x="8000" y="9280"/>
                </a:lnTo>
                <a:cubicBezTo>
                  <a:pt x="8884" y="9280"/>
                  <a:pt x="9600" y="8564"/>
                  <a:pt x="9600" y="7680"/>
                </a:cubicBezTo>
                <a:lnTo>
                  <a:pt x="9600" y="2560"/>
                </a:lnTo>
                <a:cubicBezTo>
                  <a:pt x="9600" y="1677"/>
                  <a:pt x="8884" y="960"/>
                  <a:pt x="8000" y="960"/>
                </a:cubicBezTo>
                <a:close/>
                <a:moveTo>
                  <a:pt x="640" y="2560"/>
                </a:moveTo>
                <a:cubicBezTo>
                  <a:pt x="640" y="2030"/>
                  <a:pt x="1070" y="1600"/>
                  <a:pt x="1600" y="1600"/>
                </a:cubicBezTo>
                <a:lnTo>
                  <a:pt x="2240" y="1600"/>
                </a:lnTo>
                <a:lnTo>
                  <a:pt x="2240" y="3520"/>
                </a:lnTo>
                <a:cubicBezTo>
                  <a:pt x="2240" y="3697"/>
                  <a:pt x="2383" y="3840"/>
                  <a:pt x="2560" y="3840"/>
                </a:cubicBezTo>
                <a:cubicBezTo>
                  <a:pt x="2737" y="3840"/>
                  <a:pt x="2880" y="3697"/>
                  <a:pt x="2880" y="3520"/>
                </a:cubicBezTo>
                <a:lnTo>
                  <a:pt x="2880" y="1600"/>
                </a:lnTo>
                <a:lnTo>
                  <a:pt x="6720" y="1600"/>
                </a:lnTo>
                <a:lnTo>
                  <a:pt x="6720" y="3520"/>
                </a:lnTo>
                <a:cubicBezTo>
                  <a:pt x="6720" y="3697"/>
                  <a:pt x="6863" y="3840"/>
                  <a:pt x="7040" y="3840"/>
                </a:cubicBezTo>
                <a:cubicBezTo>
                  <a:pt x="7217" y="3840"/>
                  <a:pt x="7360" y="3697"/>
                  <a:pt x="7360" y="3520"/>
                </a:cubicBezTo>
                <a:lnTo>
                  <a:pt x="7360" y="1600"/>
                </a:lnTo>
                <a:lnTo>
                  <a:pt x="8000" y="1600"/>
                </a:lnTo>
                <a:cubicBezTo>
                  <a:pt x="8530" y="1600"/>
                  <a:pt x="8960" y="2030"/>
                  <a:pt x="8960" y="2560"/>
                </a:cubicBezTo>
                <a:lnTo>
                  <a:pt x="8960" y="4480"/>
                </a:lnTo>
                <a:lnTo>
                  <a:pt x="640" y="4480"/>
                </a:lnTo>
                <a:lnTo>
                  <a:pt x="640" y="2560"/>
                </a:lnTo>
                <a:close/>
                <a:moveTo>
                  <a:pt x="8960" y="7680"/>
                </a:moveTo>
                <a:cubicBezTo>
                  <a:pt x="8960" y="8211"/>
                  <a:pt x="8530" y="8640"/>
                  <a:pt x="8000" y="8640"/>
                </a:cubicBezTo>
                <a:lnTo>
                  <a:pt x="1600" y="8640"/>
                </a:lnTo>
                <a:cubicBezTo>
                  <a:pt x="1070" y="8640"/>
                  <a:pt x="640" y="8211"/>
                  <a:pt x="640" y="7680"/>
                </a:cubicBezTo>
                <a:lnTo>
                  <a:pt x="640" y="5120"/>
                </a:lnTo>
                <a:lnTo>
                  <a:pt x="8960" y="5120"/>
                </a:lnTo>
                <a:lnTo>
                  <a:pt x="8960" y="7680"/>
                </a:ln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</a:endParaRPr>
          </a:p>
        </p:txBody>
      </p:sp>
      <p:sp>
        <p:nvSpPr>
          <p:cNvPr id="20" name="椭圆 19"/>
          <p:cNvSpPr/>
          <p:nvPr>
            <p:custDataLst>
              <p:tags r:id="rId9"/>
            </p:custDataLst>
          </p:nvPr>
        </p:nvSpPr>
        <p:spPr bwMode="auto">
          <a:xfrm>
            <a:off x="6220143" y="2313940"/>
            <a:ext cx="436567" cy="436567"/>
          </a:xfrm>
          <a:prstGeom prst="ellipse">
            <a:avLst/>
          </a:prstGeom>
          <a:solidFill>
            <a:srgbClr val="FF7429"/>
          </a:solidFill>
          <a:ln>
            <a:noFill/>
          </a:ln>
          <a:effectLst/>
        </p:spPr>
        <p:style>
          <a:lnRef idx="1">
            <a:srgbClr val="FF7429"/>
          </a:lnRef>
          <a:fillRef idx="2">
            <a:srgbClr val="FF7429"/>
          </a:fillRef>
          <a:effectRef idx="1">
            <a:srgbClr val="FF7429"/>
          </a:effectRef>
          <a:fontRef idx="minor">
            <a:srgbClr val="000000"/>
          </a:fontRef>
        </p:style>
        <p:txBody>
          <a:bodyPr rtlCol="0" anchor="ctr">
            <a:normAutofit fontScale="77500"/>
          </a:bodyPr>
          <a:p>
            <a:pPr algn="ctr"/>
            <a:endParaRPr lang="zh-CN" altLang="en-US">
              <a:solidFill>
                <a:srgbClr val="000000"/>
              </a:solidFill>
              <a:latin typeface="Arial" panose="020B0604020202090204" pitchFamily="34" charset="0"/>
              <a:ea typeface="微软雅黑" charset="0"/>
              <a:cs typeface="微软雅黑" charset="-122"/>
            </a:endParaRPr>
          </a:p>
        </p:txBody>
      </p:sp>
      <p:sp>
        <p:nvSpPr>
          <p:cNvPr id="21" name="Oval 47"/>
          <p:cNvSpPr/>
          <p:nvPr>
            <p:custDataLst>
              <p:tags r:id="rId10"/>
            </p:custDataLst>
          </p:nvPr>
        </p:nvSpPr>
        <p:spPr>
          <a:xfrm>
            <a:off x="6349048" y="2434590"/>
            <a:ext cx="179550" cy="195299"/>
          </a:xfrm>
          <a:custGeom>
            <a:avLst/>
            <a:gdLst>
              <a:gd name="T0" fmla="*/ 8640 w 10592"/>
              <a:gd name="T1" fmla="*/ 10880 h 11520"/>
              <a:gd name="T2" fmla="*/ 5600 w 10592"/>
              <a:gd name="T3" fmla="*/ 10880 h 11520"/>
              <a:gd name="T4" fmla="*/ 2560 w 10592"/>
              <a:gd name="T5" fmla="*/ 7840 h 11520"/>
              <a:gd name="T6" fmla="*/ 3520 w 10592"/>
              <a:gd name="T7" fmla="*/ 5632 h 11520"/>
              <a:gd name="T8" fmla="*/ 4000 w 10592"/>
              <a:gd name="T9" fmla="*/ 5760 h 11520"/>
              <a:gd name="T10" fmla="*/ 4384 w 10592"/>
              <a:gd name="T11" fmla="*/ 5696 h 11520"/>
              <a:gd name="T12" fmla="*/ 6176 w 10592"/>
              <a:gd name="T13" fmla="*/ 7488 h 11520"/>
              <a:gd name="T14" fmla="*/ 6624 w 10592"/>
              <a:gd name="T15" fmla="*/ 7680 h 11520"/>
              <a:gd name="T16" fmla="*/ 7072 w 10592"/>
              <a:gd name="T17" fmla="*/ 7488 h 11520"/>
              <a:gd name="T18" fmla="*/ 8768 w 10592"/>
              <a:gd name="T19" fmla="*/ 5792 h 11520"/>
              <a:gd name="T20" fmla="*/ 8960 w 10592"/>
              <a:gd name="T21" fmla="*/ 5344 h 11520"/>
              <a:gd name="T22" fmla="*/ 8768 w 10592"/>
              <a:gd name="T23" fmla="*/ 4896 h 11520"/>
              <a:gd name="T24" fmla="*/ 4384 w 10592"/>
              <a:gd name="T25" fmla="*/ 512 h 11520"/>
              <a:gd name="T26" fmla="*/ 3936 w 10592"/>
              <a:gd name="T27" fmla="*/ 320 h 11520"/>
              <a:gd name="T28" fmla="*/ 3488 w 10592"/>
              <a:gd name="T29" fmla="*/ 512 h 11520"/>
              <a:gd name="T30" fmla="*/ 1792 w 10592"/>
              <a:gd name="T31" fmla="*/ 2208 h 11520"/>
              <a:gd name="T32" fmla="*/ 1600 w 10592"/>
              <a:gd name="T33" fmla="*/ 2656 h 11520"/>
              <a:gd name="T34" fmla="*/ 1792 w 10592"/>
              <a:gd name="T35" fmla="*/ 3104 h 11520"/>
              <a:gd name="T36" fmla="*/ 2944 w 10592"/>
              <a:gd name="T37" fmla="*/ 4256 h 11520"/>
              <a:gd name="T38" fmla="*/ 2880 w 10592"/>
              <a:gd name="T39" fmla="*/ 4640 h 11520"/>
              <a:gd name="T40" fmla="*/ 3040 w 10592"/>
              <a:gd name="T41" fmla="*/ 5216 h 11520"/>
              <a:gd name="T42" fmla="*/ 1920 w 10592"/>
              <a:gd name="T43" fmla="*/ 7840 h 11520"/>
              <a:gd name="T44" fmla="*/ 3520 w 10592"/>
              <a:gd name="T45" fmla="*/ 10880 h 11520"/>
              <a:gd name="T46" fmla="*/ 320 w 10592"/>
              <a:gd name="T47" fmla="*/ 10880 h 11520"/>
              <a:gd name="T48" fmla="*/ 0 w 10592"/>
              <a:gd name="T49" fmla="*/ 11200 h 11520"/>
              <a:gd name="T50" fmla="*/ 320 w 10592"/>
              <a:gd name="T51" fmla="*/ 11520 h 11520"/>
              <a:gd name="T52" fmla="*/ 8640 w 10592"/>
              <a:gd name="T53" fmla="*/ 11520 h 11520"/>
              <a:gd name="T54" fmla="*/ 8960 w 10592"/>
              <a:gd name="T55" fmla="*/ 11200 h 11520"/>
              <a:gd name="T56" fmla="*/ 8640 w 10592"/>
              <a:gd name="T57" fmla="*/ 10880 h 11520"/>
              <a:gd name="T58" fmla="*/ 3520 w 10592"/>
              <a:gd name="T59" fmla="*/ 4640 h 11520"/>
              <a:gd name="T60" fmla="*/ 4000 w 10592"/>
              <a:gd name="T61" fmla="*/ 4160 h 11520"/>
              <a:gd name="T62" fmla="*/ 4480 w 10592"/>
              <a:gd name="T63" fmla="*/ 4640 h 11520"/>
              <a:gd name="T64" fmla="*/ 4000 w 10592"/>
              <a:gd name="T65" fmla="*/ 5120 h 11520"/>
              <a:gd name="T66" fmla="*/ 3520 w 10592"/>
              <a:gd name="T67" fmla="*/ 4640 h 11520"/>
              <a:gd name="T68" fmla="*/ 3936 w 10592"/>
              <a:gd name="T69" fmla="*/ 960 h 11520"/>
              <a:gd name="T70" fmla="*/ 8320 w 10592"/>
              <a:gd name="T71" fmla="*/ 5344 h 11520"/>
              <a:gd name="T72" fmla="*/ 6624 w 10592"/>
              <a:gd name="T73" fmla="*/ 7040 h 11520"/>
              <a:gd name="T74" fmla="*/ 4896 w 10592"/>
              <a:gd name="T75" fmla="*/ 5312 h 11520"/>
              <a:gd name="T76" fmla="*/ 5120 w 10592"/>
              <a:gd name="T77" fmla="*/ 4640 h 11520"/>
              <a:gd name="T78" fmla="*/ 4000 w 10592"/>
              <a:gd name="T79" fmla="*/ 3520 h 11520"/>
              <a:gd name="T80" fmla="*/ 3328 w 10592"/>
              <a:gd name="T81" fmla="*/ 3744 h 11520"/>
              <a:gd name="T82" fmla="*/ 2240 w 10592"/>
              <a:gd name="T83" fmla="*/ 2656 h 11520"/>
              <a:gd name="T84" fmla="*/ 3936 w 10592"/>
              <a:gd name="T85" fmla="*/ 960 h 11520"/>
              <a:gd name="T86" fmla="*/ 10464 w 10592"/>
              <a:gd name="T87" fmla="*/ 5216 h 11520"/>
              <a:gd name="T88" fmla="*/ 10240 w 10592"/>
              <a:gd name="T89" fmla="*/ 5120 h 11520"/>
              <a:gd name="T90" fmla="*/ 10016 w 10592"/>
              <a:gd name="T91" fmla="*/ 5216 h 11520"/>
              <a:gd name="T92" fmla="*/ 6496 w 10592"/>
              <a:gd name="T93" fmla="*/ 8736 h 11520"/>
              <a:gd name="T94" fmla="*/ 6496 w 10592"/>
              <a:gd name="T95" fmla="*/ 9184 h 11520"/>
              <a:gd name="T96" fmla="*/ 6720 w 10592"/>
              <a:gd name="T97" fmla="*/ 9280 h 11520"/>
              <a:gd name="T98" fmla="*/ 6944 w 10592"/>
              <a:gd name="T99" fmla="*/ 9184 h 11520"/>
              <a:gd name="T100" fmla="*/ 10464 w 10592"/>
              <a:gd name="T101" fmla="*/ 5664 h 11520"/>
              <a:gd name="T102" fmla="*/ 10464 w 10592"/>
              <a:gd name="T103" fmla="*/ 5216 h 11520"/>
              <a:gd name="T104" fmla="*/ 1600 w 10592"/>
              <a:gd name="T105" fmla="*/ 1600 h 11520"/>
              <a:gd name="T106" fmla="*/ 1824 w 10592"/>
              <a:gd name="T107" fmla="*/ 1504 h 11520"/>
              <a:gd name="T108" fmla="*/ 2784 w 10592"/>
              <a:gd name="T109" fmla="*/ 544 h 11520"/>
              <a:gd name="T110" fmla="*/ 2784 w 10592"/>
              <a:gd name="T111" fmla="*/ 96 h 11520"/>
              <a:gd name="T112" fmla="*/ 2560 w 10592"/>
              <a:gd name="T113" fmla="*/ 0 h 11520"/>
              <a:gd name="T114" fmla="*/ 2336 w 10592"/>
              <a:gd name="T115" fmla="*/ 96 h 11520"/>
              <a:gd name="T116" fmla="*/ 1376 w 10592"/>
              <a:gd name="T117" fmla="*/ 1056 h 11520"/>
              <a:gd name="T118" fmla="*/ 1376 w 10592"/>
              <a:gd name="T119" fmla="*/ 1504 h 11520"/>
              <a:gd name="T120" fmla="*/ 1600 w 10592"/>
              <a:gd name="T121" fmla="*/ 1600 h 11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0592" h="11520">
                <a:moveTo>
                  <a:pt x="8640" y="10880"/>
                </a:moveTo>
                <a:lnTo>
                  <a:pt x="5600" y="10880"/>
                </a:lnTo>
                <a:cubicBezTo>
                  <a:pt x="3936" y="10880"/>
                  <a:pt x="2560" y="9504"/>
                  <a:pt x="2560" y="7840"/>
                </a:cubicBezTo>
                <a:cubicBezTo>
                  <a:pt x="2560" y="7008"/>
                  <a:pt x="2912" y="6208"/>
                  <a:pt x="3520" y="5632"/>
                </a:cubicBezTo>
                <a:cubicBezTo>
                  <a:pt x="3680" y="5696"/>
                  <a:pt x="3840" y="5760"/>
                  <a:pt x="4000" y="5760"/>
                </a:cubicBezTo>
                <a:cubicBezTo>
                  <a:pt x="4128" y="5760"/>
                  <a:pt x="4256" y="5728"/>
                  <a:pt x="4384" y="5696"/>
                </a:cubicBezTo>
                <a:lnTo>
                  <a:pt x="6176" y="7488"/>
                </a:lnTo>
                <a:cubicBezTo>
                  <a:pt x="6304" y="7616"/>
                  <a:pt x="6464" y="7680"/>
                  <a:pt x="6624" y="7680"/>
                </a:cubicBezTo>
                <a:cubicBezTo>
                  <a:pt x="6784" y="7680"/>
                  <a:pt x="6944" y="7616"/>
                  <a:pt x="7072" y="7488"/>
                </a:cubicBezTo>
                <a:lnTo>
                  <a:pt x="8768" y="5792"/>
                </a:lnTo>
                <a:cubicBezTo>
                  <a:pt x="8896" y="5664"/>
                  <a:pt x="8960" y="5504"/>
                  <a:pt x="8960" y="5344"/>
                </a:cubicBezTo>
                <a:cubicBezTo>
                  <a:pt x="8960" y="5184"/>
                  <a:pt x="8896" y="5024"/>
                  <a:pt x="8768" y="4896"/>
                </a:cubicBezTo>
                <a:lnTo>
                  <a:pt x="4384" y="512"/>
                </a:lnTo>
                <a:cubicBezTo>
                  <a:pt x="4256" y="384"/>
                  <a:pt x="4096" y="320"/>
                  <a:pt x="3936" y="320"/>
                </a:cubicBezTo>
                <a:cubicBezTo>
                  <a:pt x="3776" y="320"/>
                  <a:pt x="3616" y="384"/>
                  <a:pt x="3488" y="512"/>
                </a:cubicBezTo>
                <a:lnTo>
                  <a:pt x="1792" y="2208"/>
                </a:lnTo>
                <a:cubicBezTo>
                  <a:pt x="1664" y="2336"/>
                  <a:pt x="1600" y="2496"/>
                  <a:pt x="1600" y="2656"/>
                </a:cubicBezTo>
                <a:cubicBezTo>
                  <a:pt x="1600" y="2816"/>
                  <a:pt x="1664" y="2976"/>
                  <a:pt x="1792" y="3104"/>
                </a:cubicBezTo>
                <a:lnTo>
                  <a:pt x="2944" y="4256"/>
                </a:lnTo>
                <a:cubicBezTo>
                  <a:pt x="2912" y="4384"/>
                  <a:pt x="2880" y="4512"/>
                  <a:pt x="2880" y="4640"/>
                </a:cubicBezTo>
                <a:cubicBezTo>
                  <a:pt x="2880" y="4832"/>
                  <a:pt x="2944" y="5024"/>
                  <a:pt x="3040" y="5216"/>
                </a:cubicBezTo>
                <a:cubicBezTo>
                  <a:pt x="2336" y="5920"/>
                  <a:pt x="1920" y="6848"/>
                  <a:pt x="1920" y="7840"/>
                </a:cubicBezTo>
                <a:cubicBezTo>
                  <a:pt x="1920" y="9088"/>
                  <a:pt x="2560" y="10208"/>
                  <a:pt x="3520" y="10880"/>
                </a:cubicBezTo>
                <a:lnTo>
                  <a:pt x="320" y="10880"/>
                </a:lnTo>
                <a:cubicBezTo>
                  <a:pt x="160" y="10880"/>
                  <a:pt x="0" y="11040"/>
                  <a:pt x="0" y="11200"/>
                </a:cubicBezTo>
                <a:cubicBezTo>
                  <a:pt x="0" y="11360"/>
                  <a:pt x="160" y="11520"/>
                  <a:pt x="320" y="11520"/>
                </a:cubicBezTo>
                <a:lnTo>
                  <a:pt x="8640" y="11520"/>
                </a:lnTo>
                <a:cubicBezTo>
                  <a:pt x="8800" y="11520"/>
                  <a:pt x="8960" y="11360"/>
                  <a:pt x="8960" y="11200"/>
                </a:cubicBezTo>
                <a:cubicBezTo>
                  <a:pt x="8960" y="11040"/>
                  <a:pt x="8800" y="10880"/>
                  <a:pt x="8640" y="10880"/>
                </a:cubicBezTo>
                <a:close/>
                <a:moveTo>
                  <a:pt x="3520" y="4640"/>
                </a:moveTo>
                <a:cubicBezTo>
                  <a:pt x="3520" y="4384"/>
                  <a:pt x="3744" y="4160"/>
                  <a:pt x="4000" y="4160"/>
                </a:cubicBezTo>
                <a:cubicBezTo>
                  <a:pt x="4256" y="4160"/>
                  <a:pt x="4480" y="4384"/>
                  <a:pt x="4480" y="4640"/>
                </a:cubicBezTo>
                <a:cubicBezTo>
                  <a:pt x="4480" y="4896"/>
                  <a:pt x="4256" y="5120"/>
                  <a:pt x="4000" y="5120"/>
                </a:cubicBezTo>
                <a:cubicBezTo>
                  <a:pt x="3744" y="5120"/>
                  <a:pt x="3520" y="4896"/>
                  <a:pt x="3520" y="4640"/>
                </a:cubicBezTo>
                <a:close/>
                <a:moveTo>
                  <a:pt x="3936" y="960"/>
                </a:moveTo>
                <a:lnTo>
                  <a:pt x="8320" y="5344"/>
                </a:lnTo>
                <a:lnTo>
                  <a:pt x="6624" y="7040"/>
                </a:lnTo>
                <a:lnTo>
                  <a:pt x="4896" y="5312"/>
                </a:lnTo>
                <a:cubicBezTo>
                  <a:pt x="5024" y="5120"/>
                  <a:pt x="5120" y="4896"/>
                  <a:pt x="5120" y="4640"/>
                </a:cubicBezTo>
                <a:cubicBezTo>
                  <a:pt x="5120" y="4032"/>
                  <a:pt x="4608" y="3520"/>
                  <a:pt x="4000" y="3520"/>
                </a:cubicBezTo>
                <a:cubicBezTo>
                  <a:pt x="3744" y="3520"/>
                  <a:pt x="3520" y="3616"/>
                  <a:pt x="3328" y="3744"/>
                </a:cubicBezTo>
                <a:lnTo>
                  <a:pt x="2240" y="2656"/>
                </a:lnTo>
                <a:lnTo>
                  <a:pt x="3936" y="960"/>
                </a:lnTo>
                <a:close/>
                <a:moveTo>
                  <a:pt x="10464" y="5216"/>
                </a:moveTo>
                <a:cubicBezTo>
                  <a:pt x="10400" y="5152"/>
                  <a:pt x="10304" y="5120"/>
                  <a:pt x="10240" y="5120"/>
                </a:cubicBezTo>
                <a:cubicBezTo>
                  <a:pt x="10176" y="5120"/>
                  <a:pt x="10080" y="5152"/>
                  <a:pt x="10016" y="5216"/>
                </a:cubicBezTo>
                <a:lnTo>
                  <a:pt x="6496" y="8736"/>
                </a:lnTo>
                <a:cubicBezTo>
                  <a:pt x="6368" y="8864"/>
                  <a:pt x="6368" y="9056"/>
                  <a:pt x="6496" y="9184"/>
                </a:cubicBezTo>
                <a:cubicBezTo>
                  <a:pt x="6560" y="9248"/>
                  <a:pt x="6656" y="9280"/>
                  <a:pt x="6720" y="9280"/>
                </a:cubicBezTo>
                <a:cubicBezTo>
                  <a:pt x="6816" y="9280"/>
                  <a:pt x="6880" y="9248"/>
                  <a:pt x="6944" y="9184"/>
                </a:cubicBezTo>
                <a:lnTo>
                  <a:pt x="10464" y="5664"/>
                </a:lnTo>
                <a:cubicBezTo>
                  <a:pt x="10592" y="5536"/>
                  <a:pt x="10592" y="5344"/>
                  <a:pt x="10464" y="5216"/>
                </a:cubicBezTo>
                <a:close/>
                <a:moveTo>
                  <a:pt x="1600" y="1600"/>
                </a:moveTo>
                <a:cubicBezTo>
                  <a:pt x="1696" y="1600"/>
                  <a:pt x="1760" y="1568"/>
                  <a:pt x="1824" y="1504"/>
                </a:cubicBezTo>
                <a:lnTo>
                  <a:pt x="2784" y="544"/>
                </a:lnTo>
                <a:cubicBezTo>
                  <a:pt x="2912" y="416"/>
                  <a:pt x="2912" y="224"/>
                  <a:pt x="2784" y="96"/>
                </a:cubicBezTo>
                <a:cubicBezTo>
                  <a:pt x="2720" y="32"/>
                  <a:pt x="2624" y="0"/>
                  <a:pt x="2560" y="0"/>
                </a:cubicBezTo>
                <a:cubicBezTo>
                  <a:pt x="2496" y="0"/>
                  <a:pt x="2400" y="32"/>
                  <a:pt x="2336" y="96"/>
                </a:cubicBezTo>
                <a:lnTo>
                  <a:pt x="1376" y="1056"/>
                </a:lnTo>
                <a:cubicBezTo>
                  <a:pt x="1248" y="1184"/>
                  <a:pt x="1248" y="1376"/>
                  <a:pt x="1376" y="1504"/>
                </a:cubicBezTo>
                <a:cubicBezTo>
                  <a:pt x="1440" y="1568"/>
                  <a:pt x="1504" y="1600"/>
                  <a:pt x="1600" y="1600"/>
                </a:cubicBezTo>
                <a:close/>
              </a:path>
            </a:pathLst>
          </a:custGeom>
          <a:solidFill>
            <a:srgbClr val="FFFFFF">
              <a:lumMod val="100000"/>
            </a:srgbClr>
          </a:solidFill>
          <a:ln>
            <a:noFill/>
          </a:ln>
        </p:spPr>
        <p:style>
          <a:lnRef idx="2">
            <a:srgbClr val="FF7429">
              <a:shade val="50000"/>
            </a:srgbClr>
          </a:lnRef>
          <a:fillRef idx="1">
            <a:srgbClr val="FF7429"/>
          </a:fillRef>
          <a:effectRef idx="0">
            <a:srgbClr val="FF7429"/>
          </a:effectRef>
          <a:fontRef idx="minor">
            <a:srgbClr val="FFFFFF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>
              <a:solidFill>
                <a:srgbClr val="FFFFFF"/>
              </a:solidFill>
              <a:latin typeface="Arial" panose="020B0604020202090204" pitchFamily="34" charset="0"/>
              <a:ea typeface="微软雅黑" charset="0"/>
            </a:endParaRPr>
          </a:p>
        </p:txBody>
      </p: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i*1_4"/>
  <p:tag name="KSO_WM_TEMPLATE_CATEGORY" val="diagram"/>
  <p:tag name="KSO_WM_TEMPLATE_INDEX" val="20231660"/>
  <p:tag name="KSO_WM_UNIT_LAYERLEVEL" val="1_1"/>
  <p:tag name="KSO_WM_TAG_VERSION" val="3.0"/>
  <p:tag name="KSO_WM_BEAUTIFY_FLAG" val="#wm#"/>
  <p:tag name="KSO_WM_UNIT_TYPE" val="q_i"/>
  <p:tag name="KSO_WM_UNIT_INDEX" val="1_4"/>
  <p:tag name="KSO_WM_DIAGRAM_GROUP_CODE" val="q1-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gradient&quot;:[{&quot;brightness&quot;:0.4000000059604645,&quot;colorType&quot;:1,&quot;foreColorIndex&quot;:5,&quot;pos&quot;:0,&quot;transparency&quot;:0.6000000238418579},{&quot;brightness&quot;:0.4000000059604645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i*1_3"/>
  <p:tag name="KSO_WM_TEMPLATE_CATEGORY" val="diagram"/>
  <p:tag name="KSO_WM_TEMPLATE_INDEX" val="20231660"/>
  <p:tag name="KSO_WM_UNIT_LAYERLEVEL" val="1_1"/>
  <p:tag name="KSO_WM_TAG_VERSION" val="3.0"/>
  <p:tag name="KSO_WM_BEAUTIFY_FLAG" val="#wm#"/>
  <p:tag name="KSO_WM_UNIT_TYPE" val="q_i"/>
  <p:tag name="KSO_WM_UNIT_INDEX" val="1_3"/>
  <p:tag name="KSO_WM_DIAGRAM_GROUP_CODE" val="q1-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43799999356269836,&quot;transparency&quot;:0.30000001192092896},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i*1_2"/>
  <p:tag name="KSO_WM_TEMPLATE_CATEGORY" val="diagram"/>
  <p:tag name="KSO_WM_TEMPLATE_INDEX" val="20231660"/>
  <p:tag name="KSO_WM_UNIT_LAYERLEVEL" val="1_1"/>
  <p:tag name="KSO_WM_TAG_VERSION" val="3.0"/>
  <p:tag name="KSO_WM_BEAUTIFY_FLAG" val="#wm#"/>
  <p:tag name="KSO_WM_UNIT_TYPE" val="q_i"/>
  <p:tag name="KSO_WM_UNIT_INDEX" val="1_2"/>
  <p:tag name="KSO_WM_DIAGRAM_GROUP_CODE" val="q1-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i*1_1"/>
  <p:tag name="KSO_WM_TEMPLATE_CATEGORY" val="diagram"/>
  <p:tag name="KSO_WM_TEMPLATE_INDEX" val="20231660"/>
  <p:tag name="KSO_WM_UNIT_LAYERLEVEL" val="1_1"/>
  <p:tag name="KSO_WM_TAG_VERSION" val="3.0"/>
  <p:tag name="KSO_WM_BEAUTIFY_FLAG" val="#wm#"/>
  <p:tag name="KSO_WM_UNIT_TYPE" val="q_i"/>
  <p:tag name="KSO_WM_UNIT_INDEX" val="1_1"/>
  <p:tag name="KSO_WM_DIAGRAM_GROUP_CODE" val="q1-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0},{&quot;brightness&quot;:0,&quot;colorType&quot;:1,&quot;foreColorIndex&quot;:5,&quot;pos&quot;:0.4659999907016754,&quot;transparency&quot;:0.7200000286102295},{&quot;brightness&quot;:0,&quot;colorType&quot;:1,&quot;foreColorIndex&quot;:5,&quot;pos&quot;:1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h_i*1_2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DIAGRAM_GROUP_CODE" val="q1-1"/>
  <p:tag name="KSO_WM_UNIT_TYPE" val="q_h_i"/>
  <p:tag name="KSO_WM_UNIT_INDEX" val="1_2_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h_x*1_2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UNIT_VALUE" val="54*54"/>
  <p:tag name="KSO_WM_DIAGRAM_GROUP_CODE" val="q1-1"/>
  <p:tag name="KSO_WM_UNIT_TYPE" val="q_h_x"/>
  <p:tag name="KSO_WM_UNIT_INDEX" val="1_2_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h_i*1_3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DIAGRAM_GROUP_CODE" val="q1-1"/>
  <p:tag name="KSO_WM_UNIT_TYPE" val="q_h_i"/>
  <p:tag name="KSO_WM_UNIT_INDEX" val="1_3_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5"/>
  <p:tag name="KSO_WM_UNIT_FILL_FORE_SCHEMECOLOR_INDEX_BRIGHTNESS" val="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60_2*q_h_x*1_3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UNIT_VALUE" val="52*54"/>
  <p:tag name="KSO_WM_DIAGRAM_GROUP_CODE" val="q1-1"/>
  <p:tag name="KSO_WM_UNIT_TYPE" val="q_h_x"/>
  <p:tag name="KSO_WM_UNIT_INDEX" val="1_3_1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FILL_TYPE" val="1"/>
  <p:tag name="KSO_WM_UNIT_FILL_FORE_SCHEMECOLOR_INDEX" val="2"/>
  <p:tag name="KSO_WM_UNIT_FILL_FORE_SCHEMECOLOR_INDEX_BRIGHTNESS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i"/>
  <p:tag name="KSO_WM_UNIT_INDEX" val="1_1_1"/>
  <p:tag name="KSO_WM_UNIT_ID" val="diagram20231660_2*q_h_i*1_1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q_h_x"/>
  <p:tag name="KSO_WM_UNIT_INDEX" val="1_1_1"/>
  <p:tag name="KSO_WM_UNIT_ID" val="diagram20231660_2*q_h_x*1_1_1"/>
  <p:tag name="KSO_WM_TEMPLATE_CATEGORY" val="diagram"/>
  <p:tag name="KSO_WM_TEMPLATE_INDEX" val="20231660"/>
  <p:tag name="KSO_WM_UNIT_LAYERLEVEL" val="1_1_1"/>
  <p:tag name="KSO_WM_TAG_VERSION" val="3.0"/>
  <p:tag name="KSO_WM_BEAUTIFY_FLAG" val="#wm#"/>
  <p:tag name="KSO_WM_UNIT_VALUE" val="54*50"/>
  <p:tag name="KSO_WM_DIAGRAM_GROUP_CODE" val="q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434.2005554199219,&quot;left&quot;:28.189697265625,&quot;top&quot;:85.3,&quot;width&quot;:903.62060546875}"/>
  <p:tag name="KSO_WM_DIAGRAM_COLOR_MATCH_VALUE" val="{&quot;shape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2"/>
  <p:tag name="KSO_WM_UNIT_FILL_FORE_SCHEMECOLOR_INDEX_BRIGHTNESS" val="0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9074]}"/>
</p:tagLst>
</file>

<file path=ppt/tags/tag76.xml><?xml version="1.0" encoding="utf-8"?>
<p:tagLst xmlns:p="http://schemas.openxmlformats.org/presentationml/2006/main">
  <p:tag name="resource_record_key" val="{&quot;65&quot;:[20205081],&quot;70&quot;:[3319074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宋体</vt:lpstr>
      <vt:lpstr>汉仪书宋二KW</vt:lpstr>
      <vt:lpstr>微软雅黑</vt:lpstr>
      <vt:lpstr>微软雅黑</vt:lpstr>
      <vt:lpstr>微软雅黑 Light</vt:lpstr>
      <vt:lpstr>苹方-简</vt:lpstr>
      <vt:lpstr>汉仪旗黑</vt:lpstr>
      <vt:lpstr>Arial Unicode MS</vt:lpstr>
      <vt:lpstr>汉仪中黑KW</vt:lpstr>
      <vt:lpstr>微软雅黑 Light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微এิ᭄࿐</cp:lastModifiedBy>
  <cp:revision>165</cp:revision>
  <dcterms:created xsi:type="dcterms:W3CDTF">2025-07-31T13:56:01Z</dcterms:created>
  <dcterms:modified xsi:type="dcterms:W3CDTF">2025-07-31T13:56:01Z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490D60CE19EF8F31B5E38568F6B2938F_41</vt:lpwstr>
  </property>
</Properties>
</file>